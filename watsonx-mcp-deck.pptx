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1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45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watsonx-retrieval-service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6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Claude aux documents de votre projet watsonx.ai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3657600" cy="256032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566160"/>
            <a:ext cx="73152" cy="2560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251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Recherche hybride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recherche vectorielle, SQL et inférence LLM sur vos documents indexés dans watsonx.ai.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3566160"/>
            <a:ext cx="3657600" cy="256032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3566160"/>
            <a:ext cx="73152" cy="2560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4251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Réponse générée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une réponse en langage naturel grâce au modèle Llama 3.3 70B (configurable).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3566160"/>
            <a:ext cx="3657600" cy="256032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3566160"/>
            <a:ext cx="73152" cy="2560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4251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citées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5820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les extraits des documents pertinents (PDF, DOCX…) avec leur score de similarité.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6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ÉTAPE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1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Personnaliser votre configuration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le serveur MCP à votre propre environnement watsonx.ai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11480" cy="41148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1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du serveur MCP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3774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sa propre instance et mettre à jour l'URL dans les connecteurs Claude.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852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IBM Cloud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154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Renseigner sa clé API IBM Cloud (IAM) pour accéder à watsonx.ai.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6301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1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container_id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9319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L'identifiant du projet watsonx.ai qui contient vos documents indexés.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411480" cy="41148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407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1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document_library_id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47091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de la bibliothèque de documents à interroger (requis).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411480" cy="41148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5184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1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inference_model_id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54864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LLM (défaut : meta-llama/llama-3-3-70b-instruct).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2103120"/>
            <a:ext cx="4937760" cy="3063240"/>
          </a:xfrm>
          <a:prstGeom prst="rect">
            <a:avLst/>
          </a:prstGeom>
          <a:solidFill>
            <a:srgbClr val="001141"/>
          </a:solidFill>
          <a:ln w="12700">
            <a:solidFill>
              <a:srgbClr val="0011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2103120"/>
            <a:ext cx="4937760" cy="384048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21396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claude_desktop_config.json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2606040"/>
            <a:ext cx="4480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"watsonx-retrieval-service":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"url": </a:t>
            </a:r>
            <a:pPr indent="0" marL="0">
              <a:buNone/>
            </a:pPr>
            <a:r>
              <a:rPr lang="en-US" sz="1050" dirty="0">
                <a:solidFill>
                  <a:srgbClr val="42BE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"https://&lt;votre-domaine&gt;/mcp"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"env":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"IBM_CLOUD_API_KEY": </a:t>
            </a:r>
            <a:pPr indent="0" marL="0">
              <a:buNone/>
            </a:pPr>
            <a:r>
              <a:rPr lang="en-US" sz="1050" dirty="0">
                <a:solidFill>
                  <a:srgbClr val="42BE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"&lt;votre-clé&gt;"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"CONTAINER_ID": </a:t>
            </a:r>
            <a:pPr indent="0" marL="0">
              <a:buNone/>
            </a:pPr>
            <a:r>
              <a:rPr lang="en-US" sz="1050" dirty="0">
                <a:solidFill>
                  <a:srgbClr val="42BE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"&lt;votre-project-id&gt;"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"DOCUMENT_LIBRARY_ID": </a:t>
            </a:r>
            <a:pPr indent="0" marL="0">
              <a:buNone/>
            </a:pPr>
            <a:r>
              <a:rPr lang="en-US" sz="1050" dirty="0">
                <a:solidFill>
                  <a:srgbClr val="42BE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"&lt;votre-doclib-id&gt;"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"INFERENCE_MODEL_ID": </a:t>
            </a:r>
            <a:pPr indent="0" marL="0">
              <a:buNone/>
            </a:pPr>
            <a:r>
              <a:rPr lang="en-US" sz="1050" dirty="0">
                <a:solidFill>
                  <a:srgbClr val="42BE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"llama-3-3-70b-instruct"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entre &lt; ... &gt; sont à remplacer par celles de votre tenant watsonx.ai.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6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ÉTAPE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1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Retrouver vos IDs dans l'URL watsonx.ai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UUIDs sont lisibles directement dans la barre d'adresse de votre projet.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Ouvrir votre Document library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2286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watsonx.ai  →  onglet Assets  →  filtre Document libraries  →  cliquer sur votre bibliothèque</a:t>
            </a:r>
            <a:endParaRPr lang="en-US" sz="1200" dirty="0"/>
          </a:p>
        </p:txBody>
      </p:sp>
      <p:pic>
        <p:nvPicPr>
          <p:cNvPr id="9" name="Image 0" descr="/home/claude/step1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743200"/>
            <a:ext cx="8046720" cy="256116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1188720" y="2743200"/>
            <a:ext cx="8046720" cy="2561167"/>
          </a:xfrm>
          <a:prstGeom prst="rect">
            <a:avLst/>
          </a:prstGeom>
          <a:ln w="6350">
            <a:solidFill>
              <a:srgbClr val="C6C6C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0" y="2011680"/>
            <a:ext cx="502920" cy="502920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14984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Lire l'URL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509760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 clic, l'URL contient les deux identifiants dont vous avez besoin.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892040"/>
            <a:ext cx="11064240" cy="1371600"/>
          </a:xfrm>
          <a:prstGeom prst="rect">
            <a:avLst/>
          </a:prstGeom>
          <a:solidFill>
            <a:srgbClr val="001141"/>
          </a:solidFill>
          <a:ln w="12700">
            <a:solidFill>
              <a:srgbClr val="00114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91032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5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 DE  VOTRE  DOCUMENT  LIBRARY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7240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https://…/udg/assets/</a:t>
            </a:r>
            <a:pPr indent="0" marL="0">
              <a:buNone/>
            </a:pPr>
            <a:r>
              <a:rPr lang="en-US" sz="1200" b="1" dirty="0">
                <a:solidFill>
                  <a:srgbClr val="0F1020"/>
                </a:solidFill>
                <a:highlight>
                  <a:srgbClr val="FFB86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4bb2ac21-ed61-4e71-965d-71013de46269</a:t>
            </a:r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?project_id=</a:t>
            </a:r>
            <a:pPr indent="0" marL="0">
              <a:buNone/>
            </a:pPr>
            <a:r>
              <a:rPr lang="en-US" sz="1200" b="1" dirty="0">
                <a:solidFill>
                  <a:srgbClr val="0F1020"/>
                </a:solidFill>
                <a:highlight>
                  <a:srgbClr val="42BE6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8992206d-f68d-4e51-8f64-9a9aafd191a2</a:t>
            </a:r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&amp;context=df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7240" y="5852160"/>
            <a:ext cx="228600" cy="228600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" y="5824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document_library_id</a:t>
            </a:r>
            <a:pPr indent="0" marL="0">
              <a:buNone/>
            </a:pPr>
            <a:r>
              <a:rPr lang="en-US" sz="1100" dirty="0">
                <a:solidFill>
                  <a:srgbClr val="C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identifiant de votre doclib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72200" y="5852160"/>
            <a:ext cx="228600" cy="228600"/>
          </a:xfrm>
          <a:prstGeom prst="rect">
            <a:avLst/>
          </a:prstGeom>
          <a:solidFill>
            <a:srgbClr val="42BE65"/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92240" y="5824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BE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container_id</a:t>
            </a:r>
            <a:pPr indent="0" marL="0">
              <a:buNone/>
            </a:pPr>
            <a:r>
              <a:rPr lang="en-US" sz="1100" dirty="0">
                <a:solidFill>
                  <a:srgbClr val="C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project_id watsonx.ai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6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ÉTAPE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11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Exemple : prompt &amp; résultat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Interroger vos certificats de traitement de déchets en langage naturel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3291840"/>
          </a:xfrm>
          <a:prstGeom prst="rect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73152" cy="329184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6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Connecte-toi à mon MCP server watsonx-retrieval-service et génère-moi un JSON composé :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d'une entête — nom de l'usine ayant produit les déchets, adresse, code SIRET, code Déchet normalisé sans espace ;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d'une liste — poids converti en tonne pour chaque type de traitement du 20 avril.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394960" cy="3931920"/>
          </a:xfrm>
          <a:prstGeom prst="rect">
            <a:avLst/>
          </a:prstGeom>
          <a:solidFill>
            <a:srgbClr val="001141"/>
          </a:solidFill>
          <a:ln w="12700">
            <a:solidFill>
              <a:srgbClr val="0011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103120"/>
            <a:ext cx="5394960" cy="384048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1396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2BE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RÉSULTAT — réponse générée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26060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"entete":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5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"nom_usine": </a:t>
            </a:r>
            <a:pPr indent="0" marL="0">
              <a:buNone/>
            </a:pPr>
            <a:r>
              <a:rPr lang="en-US" sz="1000" dirty="0">
                <a:solidFill>
                  <a:srgbClr val="42BE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"Usine Héricourt",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5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"adresse": </a:t>
            </a:r>
            <a:pPr indent="0" marL="0">
              <a:buNone/>
            </a:pPr>
            <a:r>
              <a:rPr lang="en-US" sz="1000" dirty="0">
                <a:solidFill>
                  <a:srgbClr val="42BE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"ZI des Tissages, 70400 Héricourt",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5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"code_siret": </a:t>
            </a:r>
            <a:pPr indent="0" marL="0">
              <a:buNone/>
            </a:pPr>
            <a:r>
              <a:rPr lang="en-US" sz="1000" dirty="0">
                <a:solidFill>
                  <a:srgbClr val="42BE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"12345678900045",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5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"code_dechet": </a:t>
            </a:r>
            <a:pPr indent="0" marL="0">
              <a:buNone/>
            </a:pPr>
            <a:r>
              <a:rPr lang="en-US" sz="1000" dirty="0">
                <a:solidFill>
                  <a:srgbClr val="42BE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"040216"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"liste_traitement":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</a:t>
            </a:r>
            <a:pPr indent="0" marL="0">
              <a:buNone/>
            </a:pPr>
            <a:r>
              <a:rPr lang="en-US" sz="1000" dirty="0">
                <a:solidFill>
                  <a:srgbClr val="42BE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"Décharge"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"poids_t": </a:t>
            </a:r>
            <a:pPr indent="0" marL="0">
              <a:buNone/>
            </a:pPr>
            <a:r>
              <a:rPr lang="en-US" sz="10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</a:t>
            </a:r>
            <a:pPr indent="0" marL="0">
              <a:buNone/>
            </a:pPr>
            <a:r>
              <a:rPr lang="en-US" sz="1000" dirty="0">
                <a:solidFill>
                  <a:srgbClr val="42BE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"Incinération haute T°"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"poids_t": </a:t>
            </a:r>
            <a:pPr indent="0" marL="0">
              <a:buNone/>
            </a:pPr>
            <a:r>
              <a:rPr lang="en-US" sz="10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</a:t>
            </a:r>
            <a:pPr indent="0" marL="0">
              <a:buNone/>
            </a:pPr>
            <a:r>
              <a:rPr lang="en-US" sz="1000" dirty="0">
                <a:solidFill>
                  <a:srgbClr val="42BE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"Recyclé"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"poids_t": </a:t>
            </a:r>
            <a:pPr indent="0" marL="0">
              <a:buNone/>
            </a:pPr>
            <a:r>
              <a:rPr lang="en-US" sz="10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</a:t>
            </a:r>
            <a:pPr indent="0" marL="0">
              <a:buNone/>
            </a:pPr>
            <a:r>
              <a:rPr lang="en-US" sz="1000" dirty="0">
                <a:solidFill>
                  <a:srgbClr val="42BE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"Réutilisation"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"poids_t": </a:t>
            </a:r>
            <a:pPr indent="0" marL="0">
              <a:buNone/>
            </a:pPr>
            <a:r>
              <a:rPr lang="en-US" sz="10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</a:t>
            </a:r>
            <a:pPr indent="0" marL="0">
              <a:buNone/>
            </a:pPr>
            <a:r>
              <a:rPr lang="en-US" sz="1000" dirty="0">
                <a:solidFill>
                  <a:srgbClr val="42BE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"Autre récupération"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"poids_t": </a:t>
            </a:r>
            <a:pPr indent="0" marL="0">
              <a:buNone/>
            </a:pPr>
            <a:r>
              <a:rPr lang="en-US" sz="10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récupérée : certificat.docx — poids initial 20 000 kg → 20 t, réparti par type de traitement.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Server watsonx-retrieval-service</dc:title>
  <dc:subject>PptxGenJS Presentation</dc:subject>
  <dc:creator>Demo</dc:creator>
  <cp:lastModifiedBy>Demo</cp:lastModifiedBy>
  <cp:revision>1</cp:revision>
  <dcterms:created xsi:type="dcterms:W3CDTF">2026-04-22T09:34:42Z</dcterms:created>
  <dcterms:modified xsi:type="dcterms:W3CDTF">2026-04-22T09:34:42Z</dcterms:modified>
</cp:coreProperties>
</file>